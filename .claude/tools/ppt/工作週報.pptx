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Microsoft JhengHei"/>
              </a:defRPr>
            </a:pPr>
            <a:r>
              <a:t>過去兩周工作進度 06/08~06/19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05840"/>
          <a:ext cx="4114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731520"/>
              </a:tblGrid>
              <a:tr h="320040">
                <a:tc gridSpan="3"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過去兩周工作內容 06/08~06/19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項目名稱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總工時(hr)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數量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B2604鴻久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39.9hr (56.2%)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會議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10.5hr (14.8%)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2503037鴻久科技_維修管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8.6hr (12.1%)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AI流程調整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6.3hr (8.9%)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教育訓練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5.7hr (8.0%)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0" y="1005840"/>
          <a:ext cx="4114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97280"/>
              </a:tblGrid>
              <a:tr h="320040">
                <a:tc gridSpan="2"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未來工作計畫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項目名稱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數量</a:t>
                      </a:r>
                    </a:p>
                  </a:txBody>
                  <a:tcPr>
                    <a:solidFill>
                      <a:srgbClr val="4F81B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2503037鴻久科技_維修管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鴻久用戶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icrosoft Jheng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675888"/>
            <a:ext cx="8412480" cy="832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latin typeface="Microsoft JhengHei"/>
              </a:defRPr>
            </a:pPr>
            <a:r>
              <a:t>備註</a:t>
            </a:r>
          </a:p>
          <a:p>
            <a:pPr>
              <a:defRPr sz="1100">
                <a:latin typeface="Microsoft JhengHei"/>
              </a:defRPr>
            </a:pPr>
            <a:r>
              <a:t>1. 雙周會ppt產生完成，目前是手動貼上，後續可考慮串接修改</a:t>
            </a:r>
          </a:p>
          <a:p>
            <a:pPr>
              <a:defRPr sz="1100">
                <a:latin typeface="Microsoft JhengHei"/>
              </a:defRPr>
            </a:pPr>
            <a:r>
              <a:t>2. AI工作流程已加上eService資料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